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763550" y="996400"/>
            <a:ext cx="4270200" cy="16299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763550" y="2626225"/>
            <a:ext cx="1423500" cy="309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2"/>
                </a:solidFill>
              </a:rPr>
              <a:t>1</a:t>
            </a:r>
            <a:endParaRPr sz="96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87011" y="2626225"/>
            <a:ext cx="1423500" cy="309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2"/>
                </a:solidFill>
              </a:rPr>
              <a:t>3	</a:t>
            </a:r>
            <a:endParaRPr sz="96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610473" y="2626225"/>
            <a:ext cx="1423500" cy="309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2"/>
                </a:solidFill>
              </a:rPr>
              <a:t>2</a:t>
            </a:r>
            <a:endParaRPr sz="96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763550" y="5725093"/>
            <a:ext cx="1423500" cy="309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2"/>
                </a:solidFill>
              </a:rPr>
              <a:t>5</a:t>
            </a:r>
            <a:endParaRPr sz="96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187007" y="5725095"/>
            <a:ext cx="1423500" cy="333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2"/>
                </a:solidFill>
              </a:rPr>
              <a:t>6</a:t>
            </a:r>
            <a:r>
              <a:rPr lang="en" sz="9600">
                <a:solidFill>
                  <a:schemeClr val="dk2"/>
                </a:solidFill>
              </a:rPr>
              <a:t>	</a:t>
            </a:r>
            <a:endParaRPr sz="96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610506" y="5725093"/>
            <a:ext cx="1423500" cy="309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2"/>
                </a:solidFill>
              </a:rPr>
              <a:t>4</a:t>
            </a:r>
            <a:endParaRPr sz="96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134500" y="1576025"/>
            <a:ext cx="152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trailer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front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365738" y="7473550"/>
            <a:ext cx="106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monitors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187025" y="4481050"/>
            <a:ext cx="142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Upper conf NOC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560250" y="4619650"/>
            <a:ext cx="147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Down conf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738400" y="4619650"/>
            <a:ext cx="147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Ether cables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763450" y="7473550"/>
            <a:ext cx="142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Expo Hall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610350" y="7473550"/>
            <a:ext cx="142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Ballrooms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